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27648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11696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95744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79792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31936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11696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95744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792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31936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11696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95744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47888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31936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11696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95744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9792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31936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11696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95744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9792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0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47888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1936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0B4D8"/>
                </a:solidFill>
              </a:rPr>
              <a:t>WORKSHOP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155448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Introducción a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Redes y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Telecomunicaciones</a:t>
            </a:r>
            <a:endParaRPr lang="en-US" sz="3800" dirty="0"/>
          </a:p>
        </p:txBody>
      </p:sp>
      <p:sp>
        <p:nvSpPr>
          <p:cNvPr id="45" name="Shape 43"/>
          <p:cNvSpPr/>
          <p:nvPr/>
        </p:nvSpPr>
        <p:spPr>
          <a:xfrm>
            <a:off x="365760" y="3749040"/>
            <a:ext cx="5029200" cy="2743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840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Nivel introductorio  ·  Medio día  ·  Práctica incluida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 DEL DÍA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2179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02920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3385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¿Cómo funciona internet?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0" y="113385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45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8412480" cy="62179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47088"/>
            <a:ext cx="502920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4708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88366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Los dispositivos de una red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0" y="18836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45 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8412480" cy="62179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96896"/>
            <a:ext cx="502920" cy="6217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9689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63347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Pausa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26334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15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46704"/>
            <a:ext cx="8412480" cy="62179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46704"/>
            <a:ext cx="50292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4670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383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Práctica: explorá tu red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0" y="3383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60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8412480" cy="62179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96512"/>
            <a:ext cx="50292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9651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13308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Cierre y panorama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0" y="41330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30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4D8"/>
                </a:solidFill>
              </a:rPr>
              <a:t>BLOQUE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8"/>
                </a:solidFill>
              </a:rPr>
              <a:t>¿Cómo funciona internet?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Rompamos el misterio de lo que pasa cuando navegás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9319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96C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45 min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¿Qué es una red?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Una red es un conjunto de dispositivos conectados entre sí para compartir información y recursos.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Analogía: pensá en una red como un sistema de rutas y ciudades. Los datos son los autos, los dispositivos son las ciudades y los cables/wifi son las rutas.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Datos viajan en forma de paquetes: pequeños fragmentos numerados que se ensamblan al llegar al destino.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Ventajas: compartir archivos, impresoras, acceso a internet, comunicación en tiempo real.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Escala: desde tu red hogareña de 3 dispositivos hasta internet con miles de millones de nodos.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Tipos de redes: LAN, WAN e Internet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LAN — Red Local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LAN (Local Area Network)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Cubre un área pequeña: hogar, oficina, aula.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Alta velocidad, baja latencia.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Ejemplos: tu red de casa, la red del laboratorio.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Tecnologías: Ethernet, Wi-Fi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4114800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WAN / Internet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WAN (Wide Area Network)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Cubre grandes distancias: ciudades, países.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Menor velocidad que LAN, mayor latencia.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Internet es la WAN más grande del mundo.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MAN: ciudad (Metropolitan Area Network)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¿Qué pasa cuando escribís una URL?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1. Escribís 'www.google.com' → tu PC no sabe la IP → consulta al DNS (como una guía telefónica).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2. El DNS responde: 'google.com = 142.250.x.x'.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3. Tu PC arma paquetes TCP/IP con la solicitud HTTP y los envía.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4. Los paquetes viajan por routers (como semáforos de la red) hasta llegar al servidor.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5. El servidor responde con la página web en más paquetes.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6. Tu PC recibe y ensambla los paquetes → ¡aparece la página!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Todo esto ocurre en menos de 200 milisegundos.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DNS: el sistema de nombres de internet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DNS significa Domain Name System (Sistema de Nombres de Dominio).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Problema que resuelve: los humanos recordamos nombres como 'google.com', pero las computadoras se comunican con IPs como '142.250.80.46'. El DNS es el traductor.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Analogía: es como la agenda de contactos de tu teléfono. Vos guardás 'Mamá' pero el teléfono marca un número. El DNS hace exactamente eso con los dominios.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Es distribuido y jerárquico: no hay un solo servidor DNS en el mundo, sino millones organizados en jerarquía. Esto lo hace rápido y resistente.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Puerto 53: el DNS usa el puerto 53 para responder consultas, típicamente sobre UDP.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Sin DNS, tendrías que memorizar IPs numéricas para cada sitio que querés visitar.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¿Cómo resuelve el DNS 'google.com'? — Paso a paso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53035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530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04672" y="841248"/>
            <a:ext cx="806500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8961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Tu PC consulta su caché local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2529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Antes de preguntar a nadie, tu PC revisa si ya resolvió este dominio antes. Si lo recuerda (TTL vigente), usa ese resultado directamente. Rápido.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530352" cy="8229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74520"/>
            <a:ext cx="530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4672" y="1874520"/>
            <a:ext cx="806500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19293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Consulta al Resolver DNS (tu ISP o 8.8.8.8)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2585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Si no está en caché, tu PC le pregunta al Resolver configurado. Suele ser el router o un DNS público como 8.8.8.8 (Google) o 1.1.1.1 (Cloudflare).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07792"/>
            <a:ext cx="5303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07792"/>
            <a:ext cx="530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4672" y="2907792"/>
            <a:ext cx="806500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962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El Resolver consulta al servidor Raíz (Root)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2918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El Resolver no sabe la IP, así que pregunta a uno de los 13 servidores raíz del mundo: '¿quién sabe de .com?'. El raíz responde con la dirección del servidor TLD.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41064"/>
            <a:ext cx="530352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41064"/>
            <a:ext cx="530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04672" y="3941064"/>
            <a:ext cx="806500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995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Consulta al servidor TLD (.com) y luego al Autorizado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3251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El TLD dice '¿google.com? Preguntale al servidor autorizado de Google'. Ese servidor responde con la IP final: 142.250.80.46. ¡Resuelto!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Jerarquía DNS y conceptos clave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66160" y="822960"/>
            <a:ext cx="2011680" cy="4572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0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Raíz  ( . 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13 servidores raíz en el mundo · Gestionados por IANA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783080"/>
            <a:ext cx="3657600" cy="4572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TLD  (.com  .org  .ar)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258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Top Level Domains — gestionados por registros como Verisign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Autorizado  (google.com  wikipedia.org)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32186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Cada organización gestiona su propio servidor autorizado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74980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03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Host  (www  mail  api  …)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1788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Registros A, AAAA, CNAME, MX que apuntan a IPs concretas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681728"/>
            <a:ext cx="8412480" cy="14630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817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TTL (Time To Live): cuánto tiempo puede una PC guardar en caché una respuesta DNS antes de volver a preguntar. Ej: TTL=300 → válido 5 minutos.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Protocolos: TCP/IP de forma intuitiva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Un protocolo es un conjunto de reglas acordadas para comunicarse. Como el idioma que usamos para entendernos.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IP (Internet Protocol): define las direcciones (IPs) y cómo fragmentar los datos en paquetes.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TCP (Transmission Control Protocol): garantiza que los paquetes lleguen completos y en orden. Si algo falla, los reenvía.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UDP: versión más rápida pero sin garantías → se usa en videollamadas y juegos online.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Modelo cliente-servidor: tu navegador (cliente) pide, el servidor responde.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Puerto: como el número de departamento de un edificio. La IP es el edificio, el puerto es el depto (ej: puerto 80 = HTTP).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4D8"/>
                </a:solidFill>
              </a:rPr>
              <a:t>BLOQUE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8"/>
                </a:solidFill>
              </a:rPr>
              <a:t>Los dispositivos de una red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Conocé los actores del ecosistema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9319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96C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45 min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Switch, Router y Access Point: ¿qué hace cada uno?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6517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26517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515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28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</a:rPr>
              <a:t>Switch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23317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Conecta dispositivos dentro de una misma red local (LAN). Envía datos solo al destinatario correcto, no a todos.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1920240" cy="3657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Capa 2 - Enlace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822960"/>
            <a:ext cx="26517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822960"/>
            <a:ext cx="26517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05156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1828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</a:rPr>
              <a:t>Router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337560" y="23317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Conecta redes distintas entre sí (ej: tu LAN con internet). Decide el mejor camino para cada paquete.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566160" y="4114800"/>
            <a:ext cx="1920240" cy="3657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8" name="Text 14"/>
          <p:cNvSpPr/>
          <p:nvPr/>
        </p:nvSpPr>
        <p:spPr>
          <a:xfrm>
            <a:off x="356616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Capa 3 - Red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35040" y="822960"/>
            <a:ext cx="26517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822960"/>
            <a:ext cx="26517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05156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1828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</a:rPr>
              <a:t>Access Point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172200" y="23317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Permite conectar dispositivos por Wi-Fi a la red cableada. El router de casa suele tener uno integrado.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400800" y="4114800"/>
            <a:ext cx="1920240" cy="3657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5" name="Text 20"/>
          <p:cNvSpPr/>
          <p:nvPr/>
        </p:nvSpPr>
        <p:spPr>
          <a:xfrm>
            <a:off x="640080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Capa 2 - Enlace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¿Cómo decide el Router hacia dónde enviar cada paquete?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🗺️  Analogía: el router es el GPS de la red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029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79095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4081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Recibe el paquete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190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Un paquete llega al router con una IP de destino, por ejemplo 8.8.8.8.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5029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677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2267712"/>
            <a:ext cx="79095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Consulta su tabla de ruteo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6151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El router tiene una lista de rutas conocidas: 'para llegar a 8.x.x.x, mandá por la interfaz WAN'.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163824"/>
            <a:ext cx="5029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6382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68680" y="3163824"/>
            <a:ext cx="79095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Elige la mejor ruta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5112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Si hay varias rutas posibles, elige la más corta o confiable (menor métrica).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059936"/>
            <a:ext cx="5029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59936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68680" y="4059936"/>
            <a:ext cx="79095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840" y="4096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Reenvía el paquete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4074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Envía el paquete por la interfaz correcta hacia el siguiente salto (next hop).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NAT: cómo tu router comparte una sola IP pública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926080" cy="37947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C7"/>
                </a:solidFill>
              </a:rPr>
              <a:t>Tu red local (LAN)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25603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35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PC de escritorio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privada: 192.168.1.10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25603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350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Notebook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privada: 192.168.1.11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25603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264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Celular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privada: 192.168.1.12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1645920"/>
            <a:ext cx="2103120" cy="20116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645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ROUTER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privada: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pública: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200.45.123.77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3337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NAT 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868680"/>
            <a:ext cx="2926080" cy="3794760"/>
          </a:xfrm>
          <a:prstGeom prst="rect">
            <a:avLst/>
          </a:prstGeom>
          <a:solidFill>
            <a:srgbClr val="E8F8F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8686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Internet (WAN)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14173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Para el mundo exterior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TODOS tus dispositivos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aparecen con la misma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IP pública: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834640"/>
            <a:ext cx="237744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200.45.123.77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3474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El NAT traduce automáticamente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entre IP privada ↔ IP pública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265176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5623560" y="2651760"/>
            <a:ext cx="3200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ysDash"/>
          </a:ln>
        </p:spPr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Red cableada vs Wi-Fi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 Cableada (Ethernet)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Mayor velocidad y estabilidad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Menor latencia (ideal para gaming / servidores)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Más segura: difícil interceptar señal física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Requiere infraestructura: cables, switches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Estándar: Ethernet Cat5e/Cat6 → hasta 1 Gbps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4114800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 Inalámbrica (Wi-Fi)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Flexibilidad de movimiento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Fácil de desplegar sin cableado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Mayor latencia, señal variable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Más susceptible a interferencias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Estándares: 802.11n/ac/ax (Wi-Fi 6)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Dirección IP: tu identidad en la 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La IP es como la dirección postal de tu dispositivo en la red.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IPv4: formato A.B.C.D (ej: 192.168.1.10) — 4 números de 0 a 255 — solo 4.300 millones de direcciones.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IPv6: formato más largo con hexadecimal (ej: 2001:db8::1) — diseñado para el futuro con billones de direcciones.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IP privada vs pública: tu red local usa IPs privadas (192.168.x.x o 10.x.x.x). El router tiene una IP pública única en internet.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Máscara de subred: define qué parte de la IP identifica la red y cuál al dispositivo. Ej: 255.255.255.0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DHCP: protocolo que asigna IPs automáticamente — no tenés que configurarlas a mano.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Anatomía de una dirección IPv4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1691640" cy="9144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229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331720" y="82296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02C"/>
                </a:solidFill>
              </a:rPr>
              <a:t>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651760" y="822960"/>
            <a:ext cx="1691640" cy="9144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8229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43400" y="82296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02C"/>
                </a:solidFill>
              </a:rPr>
              <a:t>.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169164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8229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55080" y="82296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02C"/>
                </a:solidFill>
              </a:rPr>
              <a:t>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675120" y="822960"/>
            <a:ext cx="1691640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8229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0080" y="1783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1783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783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Subred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783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Dispositivo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286000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3317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Cada número va de 0 a 255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26700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Porque cada octeto son 8 bits → 2⁸ = 256 valores posibles (0 a 255).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182112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182112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2278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Máscara /24 = 255.255.255.0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35661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Los primeros 3 octetos identifican la red. El último identifica al dispositivo dentro de esa red.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078224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078224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23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Rango privado más común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4622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192.168.0.0 a 192.168.255.255 — lo que ves en tu casa o empresa. No son enrutables por internet.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IPs Privadas vs IPs Públicas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023360" cy="38404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🏠  IP PRIVADA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Solo existe dentro de tu red local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Tu router la asigna automáticamente via DHCP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</a:rPr>
              <a:t>Rangos reservados: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  • 10.0.0.0 – 10.255.255.255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15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  • 172.16.0.0 – 172.31.255.255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  • 192.168.0.0 – 192.168.255.255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73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es única en el mundo (miles de redes tienen 192.168.1.10)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602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Ejemplo: 192.168.1.10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822960"/>
            <a:ext cx="402336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822960"/>
            <a:ext cx="40233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IP PÚBLICA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Visible en internet (única en el mundo)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La asigna tu proveedor de internet (ISP)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1956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Tu router la usa para salir a internet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Puede ser estática (fija) o dinámica (cambia)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0" y="26151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 real: 200.45.123.77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0" y="2944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0" y="3273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02C"/>
                </a:solidFill>
              </a:rPr>
              <a:t>¿Querés ver la tuya ahora?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0" y="3602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Buscá 'cuál es mi IP' en Google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☕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1000" kern="0" dirty="0">
                <a:solidFill>
                  <a:srgbClr val="FFFFFF"/>
                </a:solidFill>
              </a:rPr>
              <a:t>PAUSA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15 minutos · Volvemos con práctica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</a:rPr>
              <a:t>BLOQUE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Práctica: explorá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tu propia red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Vas a usar comandos reales sobre tu equipo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9319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60 min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Comandos básicos de red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 / ifconfig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Win / Linux-Mac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94183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Muestra la configuración de red: IP, máscara, gateway.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7452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&lt;destino&gt;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Todos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9476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Envía paquetes ICMP y mide el tiempo de respuesta. Sirve para verificar conectividad.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8036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tracert / traceroute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Win / Linux-Mac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295351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Muestra cada salto (router) que recorre un paquete hasta el destino.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nslookup &lt;dominio&gt;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Todos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395935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Consulta el DNS para obtener la IP de un dominio.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Actividades prácticas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🔍 Actividad 1 — Ver tu configuración: Abrí la terminal y ejecutá ipconfig (Windows) o ifconfig (Mac/Linux). Anotá tu IP, máscara y gateway.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📡 Actividad 2 — Ping: Hacé ping a 8.8.8.8 (DNS de Google) y a google.com. ¿Cuántos ms responde? ¿Hay diferencia entre IP y nombre?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🗺️ Actividad 3 — Traceroute: Ejecutá tracert google.com. Observá cuántos saltos hay y qué IPs intermedias aparecen.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🌐 Actividad 4 — DNS lookup: Usá nslookup para resolver youtube.com y wikipedia.org. ¿Cuántas IPs devuelve?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🔎 Actividad 5 (opcional) — Escaneo local: Con Angry IP Scanner, explorá los dispositivos conectados a tu red. ¿Cuántos hay?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</a:rPr>
              <a:t>BLOQUE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Cierre y panorama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¿A dónde podés ir desde acá?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9319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30 min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Repaso: conceptos clave del día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✅ Red: conjunto de dispositivos conectados para compartir recursos e información.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✅ LAN / WAN / Internet: escalas de red desde lo local hasta lo global.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✅ TCP/IP: el lenguaje universal de internet — paquetes, IPs y puertos.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✅ Switch → conecta dentro de la LAN. Router → conecta redes distintas.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✅ IP: dirección única de cada dispositivo. DHCP la asigna automáticamente.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✅ DNS: traduce nombres de dominio a IPs.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✅ Comandos: ipconfig / ifconfig, ping, traceroute, nslookup — tu caja de herramientas básica.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¿A qué áreas podés especializarte?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659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196596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Seguridad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Informática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10312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Proteger redes y sistemas. Ethical hacking, firewall, análisis de amenazas.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822960"/>
            <a:ext cx="19659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822960"/>
            <a:ext cx="196596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2344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Administración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de Redes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24328" y="210312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Configurar y mantener infraestructura: routers, switches, VLANs.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19659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22960"/>
            <a:ext cx="19659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2344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Cloud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DevOps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210312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Infraestructura en la nube (AWS, Azure, GCP), automatización, CI/CD.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822960"/>
            <a:ext cx="19659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822960"/>
            <a:ext cx="19659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2344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Telecomunicaciones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&amp; 5G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22008" y="210312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Redes móviles, fibra óptica, radiofrecuencia, protocolos de señal.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Recursos para seguir aprendiendo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📘 Cisco Networking Academy (netacad.com) — Cursos gratuitos de redes con certificación CCNA.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🔐 TryHackMe (tryhackme.com) — Plataforma gamificada para aprender seguridad en redes, ideal para principiantes.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📖 Libro: 'Redes de Computadoras' de Andrew Tanenbaum — referencia clásica en la carrera.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🎥 YouTube: Canal 'NetworkChuck' — explicaciones visuales y prácticas de redes en inglés.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🏅 Certificaciones para apuntar: CompTIA Network+ (primer paso), luego Cisco CCNA.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💻 Herramientas para practicar: Cisco Packet Tracer (simulador), GNS3 (avanzado), Wireshark (análisis de tráfico).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27648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11696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95744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79792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31936" y="27432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11696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95744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792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31936" y="77724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11696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95744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47888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31936" y="128016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11696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95744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9792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31936" y="178308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11696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95744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9792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0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47888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1936" y="2286000"/>
            <a:ext cx="73152" cy="7315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¡Gracias!</a:t>
            </a:r>
            <a:endParaRPr lang="en-US" sz="5200" dirty="0"/>
          </a:p>
        </p:txBody>
      </p:sp>
      <p:sp>
        <p:nvSpPr>
          <p:cNvPr id="44" name="Text 42"/>
          <p:cNvSpPr/>
          <p:nvPr/>
        </p:nvSpPr>
        <p:spPr>
          <a:xfrm>
            <a:off x="3657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Preguntas y debate abierto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365760" y="2743200"/>
            <a:ext cx="5029200" cy="2743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Workshop: Introducción a Redes y Telecomunicaciones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Redes y Telecomunicaciones</dc:title>
  <dc:subject>PptxGenJS Presentation</dc:subject>
  <dc:creator>PptxGenJS</dc:creator>
  <cp:lastModifiedBy>PptxGenJS</cp:lastModifiedBy>
  <cp:revision>1</cp:revision>
  <dcterms:created xsi:type="dcterms:W3CDTF">2026-02-28T00:17:03Z</dcterms:created>
  <dcterms:modified xsi:type="dcterms:W3CDTF">2026-02-28T00:17:03Z</dcterms:modified>
</cp:coreProperties>
</file>